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project: a chain IK solver whose behavior near singular poses is provably bounded. The deck follows our pipeline: concept, understand the math, code,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FK: one answer, always. IK: inverting a nonlinear function — many or no answers, and the answer must be temporally coherent.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engine solver has a structural weakness; the singularity problem is common to all undamped iterative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chain: all lever arms collinear, a whole task direction is lost (sigma = 0). The dangerous case is NEAR singular: sigma small but nonzero means gain 1/sigma is huge.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Linearize: any smooth function looks linear up close. The Jacobian answers 'if I wiggle each joint, which way does the hand move'.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Geometric Jacobian: column = axis cross lever-arm. Two visible properties: lever arms dominate, tip contributes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Pseudoinverse = minimum-norm least squares. Note the JJt trick appearing already: 3x3 in task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SVD makes the failure visible: per-direction gain 1/sigma explodes as sigma approaches 0. Near-singular is worse than exactly singular.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Tikhonov regularization: charge for joint motion. Derive normal equations, swap the inversion side via the push-through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sigma/(sigma^2+lambda^2) vs 1/sigma. Bounded at 1/(2 lambda); identical to pseudoinverse far from singularities.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identities eliminate the explicit Jacobian: JJt = sum of (|r|^2 I - r r^T), and per-joint update = r cross y. O(N) plus a 3x3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layers: anim node handles skeletons/spaces/LODs; solver is engine-agnostic math. The loop: error, M, adaptive lambda, 3x3 solve, per-joint updates, limits, FK.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inside the objective (not post-scaling), swing/twist projection limits, isotropy-driven adaptive damping, plus clamped-error and angle-step safety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 suite is the executable version of the theory doc. DampingBoundsSingularStep is the money test: it demonstrates the 1/sigma explosion and the DLS bound in one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scoping: DLS for chains and singularity-prone reaches; TwoBone for simple limbs; PBIK for full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order for the module, and the one-line summary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Jacobian Damped Least Squares 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Singularity-proof chain IK for Unreal Engine — from first principles to tested C++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2A367E"/>
          </a:solidFill>
          <a:ln w="1524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395935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3977639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2A367E"/>
          </a:solidFill>
          <a:ln w="1524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395935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977639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2A367E"/>
          </a:solidFill>
          <a:ln w="1524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5935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977639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2A367E"/>
          </a:solidFill>
          <a:ln w="1524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AnimForge Research  ·  JacobianDLSIK module  ·  UE 5.3–5.6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IK is FK run backwards — and that's the hard direction</a:t>
            </a:r>
          </a:p>
        </p:txBody>
      </p:sp>
      <p:pic>
        <p:nvPicPr>
          <p:cNvPr id="6" name="Picture 5" descr="fk_vs_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138160" cy="3785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1417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Why it's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874519"/>
            <a:ext cx="27889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50" b="0" i="0">
                <a:solidFill>
                  <a:srgbClr val="2D3748"/>
                </a:solidFill>
                <a:latin typeface="Calibri"/>
              </a:rPr>
              <a:t>nonlinear (sin/cos of angles) — no closed form past 2 bones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50" b="0" i="0">
                <a:solidFill>
                  <a:srgbClr val="2D3748"/>
                </a:solidFill>
                <a:latin typeface="Calibri"/>
              </a:rPr>
              <a:t>many valid poses, or none at all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50" b="0" i="0">
                <a:solidFill>
                  <a:srgbClr val="2D3748"/>
                </a:solidFill>
                <a:latin typeface="Calibri"/>
              </a:rPr>
              <a:t>frame N must stay near frame N−1, or the character pops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D3748"/>
                </a:solidFill>
                <a:latin typeface="Calibri"/>
              </a:rPr>
              <a:t>Two-bone chains have an exact formula (that is UE's Two Bone IK). Everything longer is solved </a:t>
            </a:r>
            <a:r>
              <a:rPr sz="1450" b="1" i="0">
                <a:solidFill>
                  <a:srgbClr val="2D3748"/>
                </a:solidFill>
                <a:latin typeface="Calibri"/>
              </a:rPr>
              <a:t>iteratively</a:t>
            </a:r>
            <a:r>
              <a:rPr sz="1450" b="0" i="0">
                <a:solidFill>
                  <a:srgbClr val="2D3748"/>
                </a:solidFill>
                <a:latin typeface="Calibri"/>
              </a:rPr>
              <a:t>: start at the current pose, step toward the target. The whole game is choosing a good step — that's the Jacobian's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What Unreal ships today — and where each breaks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86400" cy="17830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Two Bone IK</a:t>
            </a:r>
            <a:r>
              <a:rPr sz="1200" b="0" i="1">
                <a:solidFill>
                  <a:srgbClr val="718096"/>
                </a:solidFill>
                <a:latin typeface="Calibri"/>
              </a:rPr>
              <a:t>   analytic (law of cosines)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3748"/>
                </a:solidFill>
                <a:latin typeface="Calibri"/>
              </a:rPr>
              <a:t>Exact, nearly free — but only ever 2 bones. No spines, tails, or long reaches.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5486400" cy="17830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CCD</a:t>
            </a:r>
            <a:r>
              <a:rPr sz="1200" b="0" i="1">
                <a:solidFill>
                  <a:srgbClr val="718096"/>
                </a:solidFill>
                <a:latin typeface="Calibri"/>
              </a:rPr>
              <a:t>   greedy, one joint at a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7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3748"/>
                </a:solidFill>
                <a:latin typeface="Calibri"/>
              </a:rPr>
              <a:t>Curls the chain tip-heavy, poses depend on sweep order, oscillates near the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01568"/>
            <a:ext cx="5486400" cy="17830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3872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FABRIK</a:t>
            </a:r>
            <a:r>
              <a:rPr sz="1200" b="0" i="1">
                <a:solidFill>
                  <a:srgbClr val="718096"/>
                </a:solidFill>
                <a:latin typeface="Calibri"/>
              </a:rPr>
              <a:t>   slides positions, derives rotations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3748"/>
                </a:solidFill>
                <a:latin typeface="Calibri"/>
              </a:rPr>
              <a:t>Twist is undefined (forearm roll drifts); joint limits are reprojection hacks.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401568"/>
            <a:ext cx="5486400" cy="17830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53872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Full Body IK (PBIK)</a:t>
            </a:r>
            <a:r>
              <a:rPr sz="1200" b="0" i="1">
                <a:solidFill>
                  <a:srgbClr val="718096"/>
                </a:solidFill>
                <a:latin typeface="Calibri"/>
              </a:rPr>
              <a:t>   position-based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968496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D3748"/>
                </a:solidFill>
                <a:latin typeface="Calibri"/>
              </a:rPr>
              <a:t>Great for full-body multi-effector; heavy and empirically tuned for one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623560"/>
            <a:ext cx="11567160" cy="7772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D3748"/>
                </a:solidFill>
                <a:latin typeface="Calibri"/>
              </a:rPr>
              <a:t>And every undamped method shares a deeper flaw: </a:t>
            </a:r>
            <a:r>
              <a:rPr sz="1450" b="1" i="0">
                <a:solidFill>
                  <a:srgbClr val="C53030"/>
                </a:solidFill>
                <a:latin typeface="Calibri"/>
              </a:rPr>
              <a:t>near a singular pose the demanded joint step scales as 1/σ → ∞</a:t>
            </a:r>
            <a:r>
              <a:rPr sz="1450" b="0" i="0">
                <a:solidFill>
                  <a:srgbClr val="2D3748"/>
                </a:solidFill>
                <a:latin typeface="Calibri"/>
              </a:rPr>
              <a:t>  — knee jitter, elbow pops, pose flips.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Singularities: the fully extended limb</a:t>
            </a:r>
          </a:p>
        </p:txBody>
      </p:sp>
      <p:pic>
        <p:nvPicPr>
          <p:cNvPr id="6" name="Picture 5" descr="sing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371600"/>
            <a:ext cx="9875520" cy="4593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" y="60807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718096"/>
                </a:solidFill>
                <a:latin typeface="Calibri"/>
              </a:rPr>
              <a:t>Not exotic: every planted straight leg and every full-reach grab passes through this 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The Jacobian: wiggle each joint, watch the hand</a:t>
            </a:r>
          </a:p>
        </p:txBody>
      </p:sp>
      <p:pic>
        <p:nvPicPr>
          <p:cNvPr id="6" name="Picture 5" descr="jacobian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406640" cy="44829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41732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17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ourier New"/>
              </a:rPr>
              <a:t>f(θ+Δθ) ≈ f(θ) + J·Δθ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651760"/>
            <a:ext cx="3520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 b="1" i="0">
                <a:solidFill>
                  <a:srgbClr val="2D3748"/>
                </a:solidFill>
                <a:latin typeface="Calibri"/>
              </a:rPr>
              <a:t>Column j of J</a:t>
            </a:r>
            <a:r>
              <a:rPr sz="1350" b="0" i="0">
                <a:solidFill>
                  <a:srgbClr val="2D3748"/>
                </a:solidFill>
                <a:latin typeface="Calibri"/>
              </a:rPr>
              <a:t> = effector velocity if only joint j rotates, at unit speed</a:t>
            </a:r>
          </a:p>
          <a:p>
            <a:pPr indent="-137160" marL="137160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 b="0" i="0">
                <a:solidFill>
                  <a:srgbClr val="2D3748"/>
                </a:solidFill>
                <a:latin typeface="Calibri"/>
              </a:rPr>
              <a:t>Each iteration: measure e = t − pₑ, solve J·Δθ = e, apply, repeat</a:t>
            </a:r>
          </a:p>
          <a:p>
            <a:pPr indent="-137160" marL="137160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350" b="0" i="1">
                <a:solidFill>
                  <a:srgbClr val="718096"/>
                </a:solidFill>
                <a:latin typeface="Calibri"/>
              </a:rPr>
              <a:t>This is Newton's method for f(θ) =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The columns are pure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E2761"/>
                </a:solidFill>
                <a:latin typeface="Courier New"/>
              </a:rPr>
              <a:t>∂pₑ/∂θᵢ  =  a × (pₑ − pᵢ)  =  a × rᵢ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718096"/>
                </a:solidFill>
                <a:latin typeface="Calibri"/>
              </a:rPr>
              <a:t>From the rigid-body relation  v = ω × (x − p):  rotating joint i swings everything downstream of it — including the effector.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46120"/>
            <a:ext cx="5440680" cy="160020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37413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Long lever arms dominate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758183"/>
            <a:ext cx="50383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‖a × r‖ ≤ ‖r‖: the shoulder (far from the hand) gets big columns, the wrist tiny ones. Least squares naturally favors root-side joints — tunable with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440680" cy="160020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37413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 tip bone contributes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758183"/>
            <a:ext cx="50383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r = 0 for the tip: rotating the hand can't move the hand's origin. The solver skips it — animated hand orientation survives untouched.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120640"/>
            <a:ext cx="11018520" cy="105156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469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Ball joints: </a:t>
            </a:r>
            <a:r>
              <a:rPr sz="1450" b="0" i="0">
                <a:solidFill>
                  <a:srgbClr val="2D3748"/>
                </a:solidFill>
                <a:latin typeface="Calibri"/>
              </a:rPr>
              <a:t>each bone = 3 revolute DOF about the axes eₓ, eᵧ, eᵩ  →  J is 3×3N.  Looks arbitrary now — it makes the whole system collapse to 3×3 on slide 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First attempt: the pseudoinverse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E2761"/>
                </a:solidFill>
                <a:latin typeface="Courier New"/>
              </a:rPr>
              <a:t>Δθ  =  J⁺·e  =  Jᵀ·(J·Jᵀ)⁻¹·e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J is 3×3N — wide, not square. J⁻¹ doesn't exist; infinitely many Δθ move the hand identically.</a:t>
            </a:r>
          </a:p>
          <a:p>
            <a:pPr indent="-137160" marL="13716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J⁺ picks the </a:t>
            </a:r>
            <a:r>
              <a:rPr sz="1500" b="1" i="0">
                <a:solidFill>
                  <a:srgbClr val="2D3748"/>
                </a:solidFill>
                <a:latin typeface="Calibri"/>
              </a:rPr>
              <a:t>minimum-norm</a:t>
            </a:r>
            <a:r>
              <a:rPr sz="1500" b="0" i="0">
                <a:solidFill>
                  <a:srgbClr val="2D3748"/>
                </a:solidFill>
                <a:latin typeface="Calibri"/>
              </a:rPr>
              <a:t> solution: the smallest total joint motion that does the job — least pose disturbance, exactly what animation wants.</a:t>
            </a:r>
          </a:p>
          <a:p>
            <a:pPr indent="-137160" marL="13716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Shape trick: J·Jᵀ is only </a:t>
            </a:r>
            <a:r>
              <a:rPr sz="1500" b="1" i="0">
                <a:solidFill>
                  <a:srgbClr val="2D3748"/>
                </a:solidFill>
                <a:latin typeface="Calibri"/>
              </a:rPr>
              <a:t>3×3</a:t>
            </a:r>
            <a:r>
              <a:rPr sz="1500" b="0" i="0">
                <a:solidFill>
                  <a:srgbClr val="2D3748"/>
                </a:solidFill>
                <a:latin typeface="Calibri"/>
              </a:rPr>
              <a:t> regardless of joint count — invert in task space, never in joint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1">
                <a:solidFill>
                  <a:srgbClr val="C53030"/>
                </a:solidFill>
                <a:latin typeface="Calibri"/>
              </a:rPr>
              <a:t>Works beautifully — until the arm straightens.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Through the SVD: the 1/σ bomb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6766560" cy="137160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ourier New"/>
              </a:rPr>
              <a:t>J = U·Σ·Vᵀ</a:t>
            </a:r>
          </a:p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ourier New"/>
              </a:rPr>
              <a:t>Δθ = Σₖ (1/σₖ)·vₖ·(uₖᵀ·e)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71600"/>
            <a:ext cx="3977639" cy="13716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36192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53030"/>
                </a:solidFill>
                <a:latin typeface="Courier New"/>
              </a:rPr>
              <a:t>σ = 0.01 → gain ×100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031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10 cm of error → ~1000 rad of demanded joint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3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Each σₖ = how easily the effector moves along direction uₖ; the gain applied to error along it is </a:t>
            </a:r>
            <a:r>
              <a:rPr sz="1500" b="1" i="0">
                <a:solidFill>
                  <a:srgbClr val="2D3748"/>
                </a:solidFill>
                <a:latin typeface="Courier New"/>
              </a:rPr>
              <a:t>1/σₖ</a:t>
            </a:r>
            <a:r>
              <a:rPr sz="1500" b="0" i="0">
                <a:solidFill>
                  <a:srgbClr val="2D3748"/>
                </a:solidFill>
                <a:latin typeface="Calibri"/>
              </a:rPr>
              <a:t>.</a:t>
            </a:r>
          </a:p>
          <a:p>
            <a:pPr indent="-137160" marL="137160">
              <a:lnSpc>
                <a:spcPct val="100000"/>
              </a:lnSpc>
              <a:spcAft>
                <a:spcPts val="13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Exactly at σ = 0 you can just drop the direction. The disaster is the </a:t>
            </a:r>
            <a:r>
              <a:rPr sz="1500" b="1" i="0">
                <a:solidFill>
                  <a:srgbClr val="2D3748"/>
                </a:solidFill>
                <a:latin typeface="Calibri"/>
              </a:rPr>
              <a:t>neighborhood</a:t>
            </a:r>
            <a:r>
              <a:rPr sz="1500" b="0" i="0">
                <a:solidFill>
                  <a:srgbClr val="2D3748"/>
                </a:solidFill>
                <a:latin typeface="Calibri"/>
              </a:rPr>
              <a:t>: σ small but nonzero.</a:t>
            </a:r>
          </a:p>
          <a:p>
            <a:pPr indent="-137160" marL="137160">
              <a:lnSpc>
                <a:spcPct val="100000"/>
              </a:lnSpc>
              <a:spcAft>
                <a:spcPts val="13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On screen: knee jitter near full extension, elbow pop to the other branch, error that grows between iterations.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D3748"/>
                </a:solidFill>
                <a:latin typeface="Calibri"/>
              </a:rPr>
              <a:t>This is not a numerical bug — the math is doing exactly what was asked: “reach the unreachable direction at any cost.”  </a:t>
            </a:r>
            <a:r>
              <a:rPr sz="1450" b="1" i="0">
                <a:solidFill>
                  <a:srgbClr val="1E2761"/>
                </a:solidFill>
                <a:latin typeface="Calibri"/>
              </a:rPr>
              <a:t>The fix is to change the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DLS: change the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Courier New"/>
              </a:rPr>
              <a:t>minimize   ‖J·Δθ − e‖²  +  λ²·‖Δθ‖²</a:t>
            </a:r>
            <a:r>
              <a:rPr sz="1300" b="0" i="1">
                <a:solidFill>
                  <a:srgbClr val="718096"/>
                </a:solidFill>
                <a:latin typeface="Calibri"/>
              </a:rPr>
              <a:t>      λ = price of joint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Set the gradient to zero →  (JᵀJ + λ²I)·Δθ = Jᵀ·e.   Positive definite for λ &gt; 0 → </a:t>
            </a:r>
            <a:r>
              <a:rPr sz="1500" b="1" i="0">
                <a:solidFill>
                  <a:srgbClr val="2D3748"/>
                </a:solidFill>
                <a:latin typeface="Calibri"/>
              </a:rPr>
              <a:t>one unique answer, always</a:t>
            </a:r>
            <a:r>
              <a:rPr sz="1500" b="0" i="0">
                <a:solidFill>
                  <a:srgbClr val="2D3748"/>
                </a:solidFill>
                <a:latin typeface="Calibri"/>
              </a:rPr>
              <a:t> (strictly convex).</a:t>
            </a:r>
          </a:p>
          <a:p>
            <a:pPr indent="-137160" marL="137160">
              <a:lnSpc>
                <a:spcPct val="100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2D3748"/>
                </a:solidFill>
                <a:latin typeface="Calibri"/>
              </a:rPr>
              <a:t>Identity  Jᵀ(JJᵀ + λ²I) = (JᵀJ + λ²I)Jᵀ  lets us swap which side is inverted: 3×3 instead of 3N×3N.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4297680"/>
            <a:ext cx="8686800" cy="12344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297680"/>
            <a:ext cx="83210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ourier New"/>
              </a:rPr>
              <a:t>Δθ  =  Jᵀ·(J·Jᵀ + λ²I)⁻¹·e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760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718096"/>
                </a:solidFill>
                <a:latin typeface="Calibri"/>
              </a:rPr>
              <a:t>the equation the solver implements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The gain curve: bounded by 1/(2λ), everywhere</a:t>
            </a:r>
          </a:p>
        </p:txBody>
      </p:sp>
      <p:pic>
        <p:nvPicPr>
          <p:cNvPr id="6" name="Picture 5" descr="dls_gai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315200" cy="42351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508760"/>
            <a:ext cx="3657600" cy="1051560"/>
          </a:xfrm>
          <a:prstGeom prst="roundRect">
            <a:avLst>
              <a:gd name="adj" fmla="val 9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0020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ourier New"/>
              </a:rPr>
              <a:t>σ ≫ 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D3748"/>
                </a:solidFill>
                <a:latin typeface="Calibri"/>
              </a:rPr>
              <a:t>identical to pseudoinverse — damping invisible in healthy poses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724912"/>
            <a:ext cx="3657600" cy="1051560"/>
          </a:xfrm>
          <a:prstGeom prst="roundRect">
            <a:avLst>
              <a:gd name="adj" fmla="val 9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81635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ourier New"/>
              </a:rPr>
              <a:t>σ = 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821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D3748"/>
                </a:solidFill>
                <a:latin typeface="Calibri"/>
              </a:rPr>
              <a:t>maximum gain 1/(2λ) — the worst case is bounded by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941064"/>
            <a:ext cx="3657600" cy="1051560"/>
          </a:xfrm>
          <a:prstGeom prst="roundRect">
            <a:avLst>
              <a:gd name="adj" fmla="val 9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032504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ourier New"/>
              </a:rPr>
              <a:t>σ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39826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D3748"/>
                </a:solidFill>
                <a:latin typeface="Calibri"/>
              </a:rPr>
              <a:t>gain → 0 — smoothly gives up on impossible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0644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Tuning: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λ has length units (cm) — pick 1–5% of chain length. A 60 cm arm → λ ≈ 1–3. Near-singular poses trade a little accuracy for stability: the leg eases into extension instead of snapping.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The O(N) trick: no Jacobian matrix, 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961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Identity 1 — J·Jᵀ in closed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83664"/>
            <a:ext cx="503834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ourier New"/>
              </a:rPr>
              <a:t>M = Σᵢ wᵢ(‖rᵢ‖²I − rᵢrᵢᵀ)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Sum the 3 axis columns' outer products per joint: the whole 3×3N Jacobian collapses into one running 3×3 sum.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9961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Identity 2 — Jᵀ·y is a cross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83664"/>
            <a:ext cx="503834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83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ourier New"/>
              </a:rPr>
              <a:t>ωᵢ = wᵢ·(rᵢ × 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Solve (M + λ²I)·y = e once; each joint's rotation vector is a single cross product (scalar triple product identity).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11018520" cy="914400"/>
          </a:xfrm>
          <a:prstGeom prst="roundRect">
            <a:avLst>
              <a:gd name="adj" fmla="val 10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10469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Cost per iteration:  </a:t>
            </a:r>
            <a:r>
              <a:rPr sz="1400" b="1" i="0">
                <a:solidFill>
                  <a:srgbClr val="2D3748"/>
                </a:solidFill>
                <a:latin typeface="Courier New"/>
              </a:rPr>
              <a:t>O(N) + one 3×3 Cholesky (≈35 flops) · zero heap allocations · no matrix storage at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66360"/>
            <a:ext cx="11018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Physics bonus: </a:t>
            </a:r>
            <a:r>
              <a:rPr sz="1350" b="0" i="0">
                <a:solidFill>
                  <a:srgbClr val="2D3748"/>
                </a:solidFill>
                <a:latin typeface="Calibri"/>
              </a:rPr>
              <a:t>‖r‖²I − rrᵀ is the inertia tensor of a unit point mass at r — M is the “inertia” of the effector as seen through the joints. Singular pose ⇔ all lever arms collinear ⇔ degenerate inertia. That intuition powers the singularity detector on slide 13.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Architecture &amp; data flow</a:t>
            </a:r>
          </a:p>
        </p:txBody>
      </p:sp>
      <p:pic>
        <p:nvPicPr>
          <p:cNvPr id="6" name="Picture 5" descr="solv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280160"/>
            <a:ext cx="786384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0" i="0">
                <a:solidFill>
                  <a:srgbClr val="718096"/>
                </a:solidFill>
                <a:latin typeface="Calibri"/>
              </a:rPr>
              <a:t>The solver is pure math (FVector/FQuat only) — unit-testable headless, reusable from Control Rig or editor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Per-joint control, correctly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40680" cy="22402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53895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Weights = principled stiffness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37943"/>
            <a:ext cx="50383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Δθ = W·Jᵀ(J·W·Jᵀ + λ²I)⁻¹·e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w = 0 locks a joint exactly; w = 0.2 makes it 5× more expensive. Look-at: spine 0.15 / 0.25, neck 0.6, head 1.0 — the solve plans around stiff joints.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53895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Swing/twist joint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37943"/>
            <a:ext cx="50383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Decompose vs the reference pose: Rel = Swing · Twist. Cone-clamp the swing, angle-clamp the roll, recompose.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Projection after each step — later iterations re-route the error through free joints (Gauss–Seidel style).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94760"/>
            <a:ext cx="5440680" cy="22402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92277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Adaptive damping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306824"/>
            <a:ext cx="50383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isotropy = det(M)/(tr(M)/3)³ ∈ [0,1]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Dimensionless singularity detector (~10 flops, from M we already built). Below τ = 0.1, extra λ ramps in quadratically — pay the stability tax only where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7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922776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Two safeguards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306824"/>
            <a:ext cx="50383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D3748"/>
                </a:solidFill>
                <a:latin typeface="Calibri"/>
              </a:rPr>
              <a:t>Clamped error</a:t>
            </a:r>
            <a:r>
              <a:rPr sz="1250" b="0" i="0">
                <a:solidFill>
                  <a:srgbClr val="2D3748"/>
                </a:solidFill>
                <a:latin typeface="Calibri"/>
              </a:rPr>
              <a:t> — trust the linearization only locally: cap ‖e‖ at ~half chain length per iteration.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D3748"/>
                </a:solidFill>
                <a:latin typeface="Calibri"/>
              </a:rPr>
              <a:t>Angle clamp</a:t>
            </a:r>
            <a:r>
              <a:rPr sz="1250" b="0" i="0">
                <a:solidFill>
                  <a:srgbClr val="2D3748"/>
                </a:solidFill>
                <a:latin typeface="Calibri"/>
              </a:rPr>
              <a:t> — hard 10°/iteration cap per joint. Never engages with sane λ; exists so no tuning mistake ships a broken 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Eight automation tests — each one proves a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1018520" cy="548640"/>
          </a:xfrm>
          <a:prstGeom prst="rect">
            <a:avLst/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0817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FiniteDifferenceJacobian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0817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analytic columns match numerical FK probing — the solver descends the true gradient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11018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ReachableTargetConverges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56815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in-workspace targets hit within tolerance inside the iteration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23160"/>
            <a:ext cx="11018520" cy="548640"/>
          </a:xfrm>
          <a:prstGeom prst="rect">
            <a:avLst/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DampingBoundsSingularStep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0545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THE claim: undamped step near singularity &gt; 1 rad; damped &lt; 0.35 rad (clamps disabled)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800"/>
            <a:ext cx="11018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5409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UnreachableTargetStable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5409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chain extends, points at target, settles at workspace boundary — no oscillation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11018520" cy="548640"/>
          </a:xfrm>
          <a:prstGeom prst="rect">
            <a:avLst/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0273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JointLimitsRespected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0273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swing/twist limits hold as hard constraints under extreme targets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11018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5137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LockedJointDoesNotMove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5137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weight 0 locks a joint bit-exactly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617720"/>
            <a:ext cx="11018520" cy="548640"/>
          </a:xfrm>
          <a:prstGeom prst="rect">
            <a:avLst/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000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Deterministic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0001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identical inputs → identical outputs (worker threads, replay, net sync)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166359"/>
            <a:ext cx="11018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4865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Courier New"/>
              </a:rPr>
              <a:t>LongChainPerformance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248655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D3748"/>
                </a:solidFill>
                <a:latin typeface="Calibri"/>
              </a:rPr>
              <a:t>30 joints × 12 iterations worst case — logs µs/solve for regression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436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18096"/>
                </a:solidFill>
                <a:latin typeface="Calibri"/>
              </a:rPr>
              <a:t>Headless, no assets:  -ExecCmds="Automation RunTests AnimForge.JacobianDLSIK"  — runs in seconds, CI-able.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 i="0">
                <a:solidFill>
                  <a:srgbClr val="1E2761"/>
                </a:solidFill>
                <a:latin typeface="Cambria"/>
              </a:rPr>
              <a:t>Where to use it — and where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40680" cy="3977639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855A"/>
                </a:solidFill>
                <a:latin typeface="Cambria"/>
              </a:rPr>
              <a:t>Right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foot / hand planting near full extension — the singularity case, DLS's home turf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long chains: spines, tails, tentacles, cables — where CCD curls and FABRIK rolls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look-at distributed over spine + neck + head with exact per-joint weights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mech / robot arms — DLS is the robotics-industry standard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397763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81328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53030"/>
                </a:solidFill>
                <a:latin typeface="Cambria"/>
              </a:rPr>
              <a:t>Wrong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2-bone limbs with art-directed pole vectors — Two Bone IK is exact and cheaper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full-body multi-effector posing — that's PBIK's problem domain</a:t>
            </a:r>
          </a:p>
          <a:p>
            <a:pPr indent="-137160" marL="137160">
              <a:lnSpc>
                <a:spcPct val="10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2D3748"/>
                </a:solidFill>
                <a:latin typeface="Calibri"/>
              </a:rPr>
              <a:t>extreme crowd scale where even 3 iterations is too much — go analytic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577840"/>
            <a:ext cx="11018520" cy="868680"/>
          </a:xfrm>
          <a:prstGeom prst="roundRect">
            <a:avLst>
              <a:gd name="adj" fmla="val 10000"/>
            </a:avLst>
          </a:prstGeom>
          <a:solidFill>
            <a:srgbClr val="F0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77840"/>
            <a:ext cx="10469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Status: 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solver + anim node + 8 tests written (UE 5.3–5.6 APIs).  Next: compile in a UE project, run the tests, then the singularity-torture comparison vs CCD/FABRIK.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Concept → Understand → Code → Validate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4767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THEORY.md   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the math, first principles → worked numeric trace you can check by hand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1576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9747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DESIGN.md   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architecture, decisions defended, edge cases, extensions (6-DOF, SDLS, nullspace)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65575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47287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JacobianDLSSolver.cpp   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read Solve() top-to-bottom with THEORY §4 pseudocode beside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15383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9709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Tests + TESTING.md   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run the suite; every test maps to a theory section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10332720" cy="1005840"/>
          </a:xfrm>
          <a:prstGeom prst="roundRect">
            <a:avLst>
              <a:gd name="adj" fmla="val 10000"/>
            </a:avLst>
          </a:prstGeom>
          <a:solidFill>
            <a:srgbClr val="2A367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1208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The one-liner:  </a:t>
            </a:r>
            <a:r>
              <a:rPr sz="1400" b="1" i="0">
                <a:solidFill>
                  <a:srgbClr val="FFFFFF"/>
                </a:solidFill>
                <a:latin typeface="Courier New"/>
              </a:rPr>
              <a:t>Δθ = Jᵀ(JJᵀ + λ²I)⁻¹e — gain σ/(σ²+λ²) instead of 1/σ: bounded at singularities, exact everywhere else, O(N) + one 3×3 solve.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AnimForge Research · JacobianDLSIK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